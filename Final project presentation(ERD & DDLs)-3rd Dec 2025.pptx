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64" r:id="rId6"/>
    <p:sldId id="267" r:id="rId7"/>
    <p:sldId id="262" r:id="rId8"/>
    <p:sldId id="261" r:id="rId9"/>
    <p:sldId id="259" r:id="rId10"/>
    <p:sldId id="26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AD4E01-4020-415C-8309-FFCEA1E1582C}" v="20" dt="2025-12-03T22:04:52.073"/>
    <p1510:client id="{D1227C8D-82CE-4DCD-890A-284497BF4D87}" v="54" dt="2025-12-04T00:22:31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 Santa" userId="189ae44e8ed371d6" providerId="LiveId" clId="{369A7CD2-8944-4218-A553-D1A693E4765F}"/>
    <pc:docChg chg="undo custSel addSld delSld modSld sldOrd">
      <pc:chgData name="Bhar Santa" userId="189ae44e8ed371d6" providerId="LiveId" clId="{369A7CD2-8944-4218-A553-D1A693E4765F}" dt="2025-12-04T00:47:31.589" v="732" actId="20577"/>
      <pc:docMkLst>
        <pc:docMk/>
      </pc:docMkLst>
      <pc:sldChg chg="modSp mod">
        <pc:chgData name="Bhar Santa" userId="189ae44e8ed371d6" providerId="LiveId" clId="{369A7CD2-8944-4218-A553-D1A693E4765F}" dt="2025-12-03T23:55:38.065" v="371" actId="20577"/>
        <pc:sldMkLst>
          <pc:docMk/>
          <pc:sldMk cId="827376278" sldId="256"/>
        </pc:sldMkLst>
        <pc:spChg chg="mod">
          <ac:chgData name="Bhar Santa" userId="189ae44e8ed371d6" providerId="LiveId" clId="{369A7CD2-8944-4218-A553-D1A693E4765F}" dt="2025-12-03T23:55:38.065" v="371" actId="20577"/>
          <ac:spMkLst>
            <pc:docMk/>
            <pc:sldMk cId="827376278" sldId="256"/>
            <ac:spMk id="35" creationId="{BF878EC3-88B7-5990-F76B-A22B7018923B}"/>
          </ac:spMkLst>
        </pc:spChg>
      </pc:sldChg>
      <pc:sldChg chg="modSp mod">
        <pc:chgData name="Bhar Santa" userId="189ae44e8ed371d6" providerId="LiveId" clId="{369A7CD2-8944-4218-A553-D1A693E4765F}" dt="2025-12-04T00:26:29.683" v="707" actId="20577"/>
        <pc:sldMkLst>
          <pc:docMk/>
          <pc:sldMk cId="1879233309" sldId="259"/>
        </pc:sldMkLst>
        <pc:spChg chg="mod">
          <ac:chgData name="Bhar Santa" userId="189ae44e8ed371d6" providerId="LiveId" clId="{369A7CD2-8944-4218-A553-D1A693E4765F}" dt="2025-12-04T00:26:29.683" v="707" actId="20577"/>
          <ac:spMkLst>
            <pc:docMk/>
            <pc:sldMk cId="1879233309" sldId="259"/>
            <ac:spMk id="4" creationId="{4F5DB047-F147-1488-3A68-3B320DF9D6EA}"/>
          </ac:spMkLst>
        </pc:spChg>
        <pc:spChg chg="mod">
          <ac:chgData name="Bhar Santa" userId="189ae44e8ed371d6" providerId="LiveId" clId="{369A7CD2-8944-4218-A553-D1A693E4765F}" dt="2025-12-03T23:38:33.025" v="38" actId="20577"/>
          <ac:spMkLst>
            <pc:docMk/>
            <pc:sldMk cId="1879233309" sldId="259"/>
            <ac:spMk id="35" creationId="{DB0B6A05-BE18-C359-BAA9-F3406601B343}"/>
          </ac:spMkLst>
        </pc:spChg>
      </pc:sldChg>
      <pc:sldChg chg="modSp mod">
        <pc:chgData name="Bhar Santa" userId="189ae44e8ed371d6" providerId="LiveId" clId="{369A7CD2-8944-4218-A553-D1A693E4765F}" dt="2025-12-04T00:47:31.589" v="732" actId="20577"/>
        <pc:sldMkLst>
          <pc:docMk/>
          <pc:sldMk cId="958174935" sldId="260"/>
        </pc:sldMkLst>
        <pc:graphicFrameChg chg="modGraphic">
          <ac:chgData name="Bhar Santa" userId="189ae44e8ed371d6" providerId="LiveId" clId="{369A7CD2-8944-4218-A553-D1A693E4765F}" dt="2025-12-04T00:47:31.589" v="732" actId="20577"/>
          <ac:graphicFrameMkLst>
            <pc:docMk/>
            <pc:sldMk cId="958174935" sldId="260"/>
            <ac:graphicFrameMk id="2" creationId="{8B29D482-9003-66D7-1CAC-165EFE472212}"/>
          </ac:graphicFrameMkLst>
        </pc:graphicFrameChg>
      </pc:sldChg>
      <pc:sldChg chg="modSp mod ord">
        <pc:chgData name="Bhar Santa" userId="189ae44e8ed371d6" providerId="LiveId" clId="{369A7CD2-8944-4218-A553-D1A693E4765F}" dt="2025-12-03T23:38:41.595" v="46" actId="20577"/>
        <pc:sldMkLst>
          <pc:docMk/>
          <pc:sldMk cId="2714924863" sldId="261"/>
        </pc:sldMkLst>
        <pc:spChg chg="mod">
          <ac:chgData name="Bhar Santa" userId="189ae44e8ed371d6" providerId="LiveId" clId="{369A7CD2-8944-4218-A553-D1A693E4765F}" dt="2025-12-03T23:38:41.595" v="46" actId="20577"/>
          <ac:spMkLst>
            <pc:docMk/>
            <pc:sldMk cId="2714924863" sldId="261"/>
            <ac:spMk id="4" creationId="{F6894FE8-6F44-5B30-CE0B-B34DC230992C}"/>
          </ac:spMkLst>
        </pc:spChg>
        <pc:spChg chg="mod">
          <ac:chgData name="Bhar Santa" userId="189ae44e8ed371d6" providerId="LiveId" clId="{369A7CD2-8944-4218-A553-D1A693E4765F}" dt="2025-12-03T23:38:14.972" v="26"/>
          <ac:spMkLst>
            <pc:docMk/>
            <pc:sldMk cId="2714924863" sldId="261"/>
            <ac:spMk id="35" creationId="{FE511C37-B0DF-ABD2-D7E4-CA7A419CD252}"/>
          </ac:spMkLst>
        </pc:spChg>
      </pc:sldChg>
      <pc:sldChg chg="addSp delSp modSp mod ord">
        <pc:chgData name="Bhar Santa" userId="189ae44e8ed371d6" providerId="LiveId" clId="{369A7CD2-8944-4218-A553-D1A693E4765F}" dt="2025-12-03T23:49:20.035" v="86" actId="14100"/>
        <pc:sldMkLst>
          <pc:docMk/>
          <pc:sldMk cId="4155482463" sldId="262"/>
        </pc:sldMkLst>
        <pc:spChg chg="mod">
          <ac:chgData name="Bhar Santa" userId="189ae44e8ed371d6" providerId="LiveId" clId="{369A7CD2-8944-4218-A553-D1A693E4765F}" dt="2025-12-03T23:49:12.361" v="83" actId="20577"/>
          <ac:spMkLst>
            <pc:docMk/>
            <pc:sldMk cId="4155482463" sldId="262"/>
            <ac:spMk id="4" creationId="{14A8EF73-781A-8ECC-6862-F1F30D683B3E}"/>
          </ac:spMkLst>
        </pc:spChg>
        <pc:spChg chg="del">
          <ac:chgData name="Bhar Santa" userId="189ae44e8ed371d6" providerId="LiveId" clId="{369A7CD2-8944-4218-A553-D1A693E4765F}" dt="2025-12-03T23:48:41.623" v="47"/>
          <ac:spMkLst>
            <pc:docMk/>
            <pc:sldMk cId="4155482463" sldId="262"/>
            <ac:spMk id="35" creationId="{855974AA-D35C-A372-1A04-45393F78AE56}"/>
          </ac:spMkLst>
        </pc:spChg>
        <pc:picChg chg="add mod">
          <ac:chgData name="Bhar Santa" userId="189ae44e8ed371d6" providerId="LiveId" clId="{369A7CD2-8944-4218-A553-D1A693E4765F}" dt="2025-12-03T23:49:20.035" v="86" actId="14100"/>
          <ac:picMkLst>
            <pc:docMk/>
            <pc:sldMk cId="4155482463" sldId="262"/>
            <ac:picMk id="2" creationId="{F06513B2-B39E-3065-6F30-52F3144594E3}"/>
          </ac:picMkLst>
        </pc:picChg>
      </pc:sldChg>
      <pc:sldChg chg="addSp delSp modSp mod ord modClrScheme addAnim delDesignElem chgLayout">
        <pc:chgData name="Bhar Santa" userId="189ae44e8ed371d6" providerId="LiveId" clId="{369A7CD2-8944-4218-A553-D1A693E4765F}" dt="2025-12-04T00:10:17.840" v="533" actId="14100"/>
        <pc:sldMkLst>
          <pc:docMk/>
          <pc:sldMk cId="1062046555" sldId="263"/>
        </pc:sldMkLst>
        <pc:spChg chg="add mod ord">
          <ac:chgData name="Bhar Santa" userId="189ae44e8ed371d6" providerId="LiveId" clId="{369A7CD2-8944-4218-A553-D1A693E4765F}" dt="2025-12-04T00:10:17.840" v="533" actId="14100"/>
          <ac:spMkLst>
            <pc:docMk/>
            <pc:sldMk cId="1062046555" sldId="263"/>
            <ac:spMk id="2" creationId="{958F01E7-07C1-ABDF-F8EB-F2DD3D12498A}"/>
          </ac:spMkLst>
        </pc:spChg>
        <pc:spChg chg="del mod ord">
          <ac:chgData name="Bhar Santa" userId="189ae44e8ed371d6" providerId="LiveId" clId="{369A7CD2-8944-4218-A553-D1A693E4765F}" dt="2025-12-04T00:07:19.072" v="454" actId="700"/>
          <ac:spMkLst>
            <pc:docMk/>
            <pc:sldMk cId="1062046555" sldId="263"/>
            <ac:spMk id="4" creationId="{4CE6B8AC-CD9C-2955-D28D-77E73F3535E0}"/>
          </ac:spMkLst>
        </pc:spChg>
        <pc:spChg chg="add del mod">
          <ac:chgData name="Bhar Santa" userId="189ae44e8ed371d6" providerId="LiveId" clId="{369A7CD2-8944-4218-A553-D1A693E4765F}" dt="2025-12-04T00:07:48.411" v="463" actId="700"/>
          <ac:spMkLst>
            <pc:docMk/>
            <pc:sldMk cId="1062046555" sldId="263"/>
            <ac:spMk id="5" creationId="{726762CD-5B55-BAFC-24BC-4D33A53FA120}"/>
          </ac:spMkLst>
        </pc:spChg>
        <pc:spChg chg="add">
          <ac:chgData name="Bhar Santa" userId="189ae44e8ed371d6" providerId="LiveId" clId="{369A7CD2-8944-4218-A553-D1A693E4765F}" dt="2025-12-04T00:07:50.407" v="464" actId="26606"/>
          <ac:spMkLst>
            <pc:docMk/>
            <pc:sldMk cId="1062046555" sldId="263"/>
            <ac:spMk id="7" creationId="{A8DB9CD9-59B1-4D73-BC4C-98796A48EF9B}"/>
          </ac:spMkLst>
        </pc:spChg>
        <pc:spChg chg="add">
          <ac:chgData name="Bhar Santa" userId="189ae44e8ed371d6" providerId="LiveId" clId="{369A7CD2-8944-4218-A553-D1A693E4765F}" dt="2025-12-04T00:07:50.407" v="464" actId="26606"/>
          <ac:spMkLst>
            <pc:docMk/>
            <pc:sldMk cId="1062046555" sldId="263"/>
            <ac:spMk id="9" creationId="{8874A6A9-41FF-4E33-AFA8-F9F81436A59E}"/>
          </ac:spMkLst>
        </pc:spChg>
        <pc:spChg chg="del">
          <ac:chgData name="Bhar Santa" userId="189ae44e8ed371d6" providerId="LiveId" clId="{369A7CD2-8944-4218-A553-D1A693E4765F}" dt="2025-12-04T00:07:19.072" v="454" actId="700"/>
          <ac:spMkLst>
            <pc:docMk/>
            <pc:sldMk cId="1062046555" sldId="263"/>
            <ac:spMk id="10" creationId="{1B6E5830-A334-76D7-8FEB-09C02EA70CE8}"/>
          </ac:spMkLst>
        </pc:spChg>
        <pc:spChg chg="del">
          <ac:chgData name="Bhar Santa" userId="189ae44e8ed371d6" providerId="LiveId" clId="{369A7CD2-8944-4218-A553-D1A693E4765F}" dt="2025-12-04T00:07:19.072" v="454" actId="700"/>
          <ac:spMkLst>
            <pc:docMk/>
            <pc:sldMk cId="1062046555" sldId="263"/>
            <ac:spMk id="12" creationId="{C6E9C419-FDE1-B809-05A2-011C9EAAB2CD}"/>
          </ac:spMkLst>
        </pc:spChg>
        <pc:spChg chg="add mod">
          <ac:chgData name="Bhar Santa" userId="189ae44e8ed371d6" providerId="LiveId" clId="{369A7CD2-8944-4218-A553-D1A693E4765F}" dt="2025-12-04T00:09:54.026" v="531" actId="1076"/>
          <ac:spMkLst>
            <pc:docMk/>
            <pc:sldMk cId="1062046555" sldId="263"/>
            <ac:spMk id="28" creationId="{34C720CE-3788-77CE-0B3B-995B8BE74618}"/>
          </ac:spMkLst>
        </pc:spChg>
        <pc:spChg chg="del mod ord">
          <ac:chgData name="Bhar Santa" userId="189ae44e8ed371d6" providerId="LiveId" clId="{369A7CD2-8944-4218-A553-D1A693E4765F}" dt="2025-12-04T00:07:41.045" v="462" actId="478"/>
          <ac:spMkLst>
            <pc:docMk/>
            <pc:sldMk cId="1062046555" sldId="263"/>
            <ac:spMk id="35" creationId="{6615B293-9DED-13E0-0F99-5DF580234461}"/>
          </ac:spMkLst>
        </pc:spChg>
        <pc:spChg chg="add del">
          <ac:chgData name="Bhar Santa" userId="189ae44e8ed371d6" providerId="LiveId" clId="{369A7CD2-8944-4218-A553-D1A693E4765F}" dt="2025-12-04T00:07:48.411" v="463" actId="700"/>
          <ac:spMkLst>
            <pc:docMk/>
            <pc:sldMk cId="1062046555" sldId="263"/>
            <ac:spMk id="40" creationId="{4BC99CB9-DDAD-44A2-8A1C-E3AF4E72DF5C}"/>
          </ac:spMkLst>
        </pc:spChg>
        <pc:spChg chg="add del">
          <ac:chgData name="Bhar Santa" userId="189ae44e8ed371d6" providerId="LiveId" clId="{369A7CD2-8944-4218-A553-D1A693E4765F}" dt="2025-12-04T00:07:48.411" v="463" actId="700"/>
          <ac:spMkLst>
            <pc:docMk/>
            <pc:sldMk cId="1062046555" sldId="263"/>
            <ac:spMk id="42" creationId="{64053CBF-3932-45FF-8285-EE5146085F3A}"/>
          </ac:spMkLst>
        </pc:spChg>
        <pc:grpChg chg="add">
          <ac:chgData name="Bhar Santa" userId="189ae44e8ed371d6" providerId="LiveId" clId="{369A7CD2-8944-4218-A553-D1A693E4765F}" dt="2025-12-04T00:07:50.407" v="464" actId="26606"/>
          <ac:grpSpMkLst>
            <pc:docMk/>
            <pc:sldMk cId="1062046555" sldId="263"/>
            <ac:grpSpMk id="11" creationId="{721D730E-1F97-4071-B143-B05E6D2599BC}"/>
          </ac:grpSpMkLst>
        </pc:grpChg>
        <pc:grpChg chg="del">
          <ac:chgData name="Bhar Santa" userId="189ae44e8ed371d6" providerId="LiveId" clId="{369A7CD2-8944-4218-A553-D1A693E4765F}" dt="2025-12-04T00:07:19.072" v="454" actId="700"/>
          <ac:grpSpMkLst>
            <pc:docMk/>
            <pc:sldMk cId="1062046555" sldId="263"/>
            <ac:grpSpMk id="14" creationId="{25A2AAFD-AB0E-0A7C-F1FB-E36246B3E297}"/>
          </ac:grpSpMkLst>
        </pc:grpChg>
        <pc:grpChg chg="del">
          <ac:chgData name="Bhar Santa" userId="189ae44e8ed371d6" providerId="LiveId" clId="{369A7CD2-8944-4218-A553-D1A693E4765F}" dt="2025-12-04T00:07:19.072" v="454" actId="700"/>
          <ac:grpSpMkLst>
            <pc:docMk/>
            <pc:sldMk cId="1062046555" sldId="263"/>
            <ac:grpSpMk id="20" creationId="{F5B76437-F070-48A5-57A6-87BB93185513}"/>
          </ac:grpSpMkLst>
        </pc:grpChg>
        <pc:grpChg chg="add del">
          <ac:chgData name="Bhar Santa" userId="189ae44e8ed371d6" providerId="LiveId" clId="{369A7CD2-8944-4218-A553-D1A693E4765F}" dt="2025-12-04T00:07:48.411" v="463" actId="700"/>
          <ac:grpSpMkLst>
            <pc:docMk/>
            <pc:sldMk cId="1062046555" sldId="263"/>
            <ac:grpSpMk id="44" creationId="{2E751C04-BEA6-446B-A678-9C74819EBD4C}"/>
          </ac:grpSpMkLst>
        </pc:grpChg>
        <pc:grpChg chg="add del">
          <ac:chgData name="Bhar Santa" userId="189ae44e8ed371d6" providerId="LiveId" clId="{369A7CD2-8944-4218-A553-D1A693E4765F}" dt="2025-12-04T00:07:48.411" v="463" actId="700"/>
          <ac:grpSpMkLst>
            <pc:docMk/>
            <pc:sldMk cId="1062046555" sldId="263"/>
            <ac:grpSpMk id="50" creationId="{B63ACBA3-DEFD-4C6D-BBA0-64468FA99C2D}"/>
          </ac:grpSpMkLst>
        </pc:grpChg>
      </pc:sldChg>
      <pc:sldChg chg="modSp mod ord">
        <pc:chgData name="Bhar Santa" userId="189ae44e8ed371d6" providerId="LiveId" clId="{369A7CD2-8944-4218-A553-D1A693E4765F}" dt="2025-12-04T00:20:43.654" v="636" actId="255"/>
        <pc:sldMkLst>
          <pc:docMk/>
          <pc:sldMk cId="3347603854" sldId="264"/>
        </pc:sldMkLst>
        <pc:spChg chg="mod">
          <ac:chgData name="Bhar Santa" userId="189ae44e8ed371d6" providerId="LiveId" clId="{369A7CD2-8944-4218-A553-D1A693E4765F}" dt="2025-12-04T00:18:54.480" v="603" actId="27636"/>
          <ac:spMkLst>
            <pc:docMk/>
            <pc:sldMk cId="3347603854" sldId="264"/>
            <ac:spMk id="4" creationId="{BA19A357-DC37-1009-EB36-5943CB191F42}"/>
          </ac:spMkLst>
        </pc:spChg>
        <pc:spChg chg="mod">
          <ac:chgData name="Bhar Santa" userId="189ae44e8ed371d6" providerId="LiveId" clId="{369A7CD2-8944-4218-A553-D1A693E4765F}" dt="2025-12-04T00:20:43.654" v="636" actId="255"/>
          <ac:spMkLst>
            <pc:docMk/>
            <pc:sldMk cId="3347603854" sldId="264"/>
            <ac:spMk id="35" creationId="{68334F73-848D-7BF8-A652-223D1A41DC39}"/>
          </ac:spMkLst>
        </pc:spChg>
      </pc:sldChg>
      <pc:sldChg chg="modSp new del mod">
        <pc:chgData name="Bhar Santa" userId="189ae44e8ed371d6" providerId="LiveId" clId="{369A7CD2-8944-4218-A553-D1A693E4765F}" dt="2025-12-04T00:22:34.834" v="658" actId="2696"/>
        <pc:sldMkLst>
          <pc:docMk/>
          <pc:sldMk cId="1485953648" sldId="266"/>
        </pc:sldMkLst>
        <pc:spChg chg="mod">
          <ac:chgData name="Bhar Santa" userId="189ae44e8ed371d6" providerId="LiveId" clId="{369A7CD2-8944-4218-A553-D1A693E4765F}" dt="2025-12-04T00:22:02.316" v="651" actId="20577"/>
          <ac:spMkLst>
            <pc:docMk/>
            <pc:sldMk cId="1485953648" sldId="266"/>
            <ac:spMk id="2" creationId="{7802DC7C-C12E-56F2-DC4F-8F2D605FBA94}"/>
          </ac:spMkLst>
        </pc:spChg>
        <pc:spChg chg="mod">
          <ac:chgData name="Bhar Santa" userId="189ae44e8ed371d6" providerId="LiveId" clId="{369A7CD2-8944-4218-A553-D1A693E4765F}" dt="2025-12-04T00:22:23.286" v="656" actId="27636"/>
          <ac:spMkLst>
            <pc:docMk/>
            <pc:sldMk cId="1485953648" sldId="266"/>
            <ac:spMk id="3" creationId="{C8446238-C45B-9B16-92FF-A47B94554253}"/>
          </ac:spMkLst>
        </pc:spChg>
      </pc:sldChg>
      <pc:sldChg chg="modSp add mod">
        <pc:chgData name="Bhar Santa" userId="189ae44e8ed371d6" providerId="LiveId" clId="{369A7CD2-8944-4218-A553-D1A693E4765F}" dt="2025-12-04T00:23:01.026" v="681" actId="5793"/>
        <pc:sldMkLst>
          <pc:docMk/>
          <pc:sldMk cId="4131296435" sldId="267"/>
        </pc:sldMkLst>
        <pc:spChg chg="mod">
          <ac:chgData name="Bhar Santa" userId="189ae44e8ed371d6" providerId="LiveId" clId="{369A7CD2-8944-4218-A553-D1A693E4765F}" dt="2025-12-04T00:22:58.803" v="680" actId="20577"/>
          <ac:spMkLst>
            <pc:docMk/>
            <pc:sldMk cId="4131296435" sldId="267"/>
            <ac:spMk id="4" creationId="{55402AC5-9EF3-1E84-FC28-B5E1BC4089D0}"/>
          </ac:spMkLst>
        </pc:spChg>
        <pc:spChg chg="mod">
          <ac:chgData name="Bhar Santa" userId="189ae44e8ed371d6" providerId="LiveId" clId="{369A7CD2-8944-4218-A553-D1A693E4765F}" dt="2025-12-04T00:23:01.026" v="681" actId="5793"/>
          <ac:spMkLst>
            <pc:docMk/>
            <pc:sldMk cId="4131296435" sldId="267"/>
            <ac:spMk id="35" creationId="{7D7ED383-6BE2-3F99-4156-E88E85B995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1D710-FD5F-0D8B-871A-36FDDF24B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8396C-F6C5-1978-5BA1-036F54CF6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C3C7E-33E7-A699-CA06-A7575CC0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81994-0D84-23F0-FB62-4B7C3C6C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4320C-6BA6-9871-B851-797EB1E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1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0379-E89A-5121-4402-C2308DF3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E73CC-78BE-C298-EE02-531E156BE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D256F-F1C5-45C6-D8A6-816684D9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42A47-3309-07CB-39DA-925BB02C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5398F-72E4-F640-C725-EA56E25C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9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ED9C-FB1F-9908-6BC3-31617B5C9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AB0F5-8767-9702-A2F8-3DC30E8A3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89615-491D-4AC6-4E62-3818D393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95671-1396-A2A0-EE7F-3776A4A0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80E74-B775-651B-60B6-9F8E0340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8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37F0-0ABA-507D-A7EF-A9E7E95F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C6AB6-F1B7-A346-568A-BBE96C794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F38BE-445A-D31B-20EC-FDD125932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3E1A1-59D9-138B-3305-F2F3F20F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CD7A-0663-5622-941F-A6D441BD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BD680-6C4C-EC3D-224F-1A03A35C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5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4CB6-7EF7-296A-24D1-ACAFEB65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E851A-797D-D0CE-9167-2F829C3F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8550B-84AE-A5F4-DB0B-EA6ED5A12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74FCC-8FFF-0872-F511-D347A1918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5F4EC-7981-A8F5-CBCE-38360A423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10558-1D78-73F0-5711-8DBE02C9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8AD11-C5A7-CCE8-B79D-E941D1E9A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A736A-1469-AF43-4561-A385D452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800C-2E0C-5815-3376-31D6087D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1779-EBDE-9B83-D2C3-E8BE1CA5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A8983-044C-94B7-0670-F930518A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87A16-68E1-2781-279B-8E4A5C54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5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E6897-367C-48F9-611C-044FF13B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A9732-59F5-BF8F-7FDC-AE83CB27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B1889-58C6-8DB4-C88D-CBD7243B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0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22A3-72B1-B1DE-BD18-A37B5BD7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20CB6-6FA7-27F5-D210-D765642A1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94EF1-5B5B-E4E1-4A49-6BC93E027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60223-835E-BA70-B6EE-0288962F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E6552-431B-F72F-0746-60180BA9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53C60-C8B2-E8EE-DEF8-3A27F564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B114-D238-6C8F-AB36-C176938C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56583-607A-C7CC-AE45-BA11B8272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F0340-D13B-1DA1-3B9C-D8CAFD1D2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D9073-E077-B8AE-2901-CB7FFCD5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49E73-B743-4455-C556-73446AA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717D5-9BFD-3A98-1469-4C2779EC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3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A2B8-2FEB-AB13-BB7C-13D87159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A5C57-B576-EE6B-D182-B7492997F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BB087-A500-FE7C-AB89-51666402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0ACAA-52A7-B26D-E921-ECECAAD7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2E7B-90E1-E210-5244-24B54834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4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3A27F-C445-A387-29EE-52D0BBF66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8B478-6E6C-3CF1-FE01-DF078F52D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89853-280E-16D9-0D9F-642F2CAE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08D0-5163-CC7D-0391-D9680662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47AA4-1071-E73D-448F-32F094D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5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B241E-EA5D-3199-8391-5B3B5909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3B037-46E3-40C3-09E5-9625E9609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83E17-23E7-80AD-C938-2D354AD55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A4E0B-1424-4F9D-AB99-73D60F2A9CF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BDDB-A96A-330F-DA2E-03AFC4B12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8FB5-29F8-1AFC-1B2E-2C42AACF7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E50B5-D6F6-4390-BC81-33181804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4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18B9D-5324-0ABC-251D-D087E1B3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8F01E7-07C1-ABDF-F8EB-F2DD3D12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84" y="419878"/>
            <a:ext cx="9674316" cy="35176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	</a:t>
            </a:r>
            <a:b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r>
              <a:rPr lang="en-US" dirty="0"/>
              <a:t>25FL-CS630-101HY - Database Systems</a:t>
            </a:r>
            <a:br>
              <a:rPr lang="en-US" dirty="0"/>
            </a:b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DATABASE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LIBRARY MANAGEMENT SYSTEMS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C720CE-3788-77CE-0B3B-995B8BE74618}"/>
              </a:ext>
            </a:extLst>
          </p:cNvPr>
          <p:cNvSpPr txBox="1"/>
          <p:nvPr/>
        </p:nvSpPr>
        <p:spPr>
          <a:xfrm>
            <a:off x="7056868" y="4758612"/>
            <a:ext cx="405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By BHARGAVI SANTHANAM</a:t>
            </a:r>
          </a:p>
        </p:txBody>
      </p:sp>
    </p:spTree>
    <p:extLst>
      <p:ext uri="{BB962C8B-B14F-4D97-AF65-F5344CB8AC3E}">
        <p14:creationId xmlns:p14="http://schemas.microsoft.com/office/powerpoint/2010/main" val="106204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A334097-3B6A-5B5A-F7FB-30ED2FC9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80712"/>
            <a:ext cx="11475218" cy="30198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Database Library Management System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BF878EC3-88B7-5990-F76B-A22B7018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382701"/>
            <a:ext cx="11475218" cy="624359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60000"/>
              </a:lnSpc>
              <a:buNone/>
            </a:pPr>
            <a:endParaRPr lang="en-US" sz="2300" b="1" u="sng" dirty="0">
              <a:solidFill>
                <a:schemeClr val="tx2"/>
              </a:solidFill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2300" b="1" u="sng" dirty="0">
                <a:solidFill>
                  <a:schemeClr val="tx2"/>
                </a:solidFill>
              </a:rPr>
              <a:t>Goal</a:t>
            </a:r>
            <a:r>
              <a:rPr lang="en-US" sz="2000" dirty="0">
                <a:solidFill>
                  <a:schemeClr val="tx2"/>
                </a:solidFill>
              </a:rPr>
              <a:t> –</a:t>
            </a:r>
            <a:r>
              <a:rPr lang="en-US" sz="1800" dirty="0"/>
              <a:t>To create a database </a:t>
            </a:r>
            <a:r>
              <a:rPr lang="en-US" sz="1800" b="1" dirty="0">
                <a:highlight>
                  <a:srgbClr val="FFFF00"/>
                </a:highlight>
              </a:rPr>
              <a:t>Library Management System</a:t>
            </a:r>
            <a:r>
              <a:rPr lang="en-US" sz="1800" b="1" dirty="0"/>
              <a:t> </a:t>
            </a:r>
            <a:r>
              <a:rPr lang="en-US" sz="1800" dirty="0"/>
              <a:t>with data science extensions which can accommodate the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800" dirty="0"/>
              <a:t>below:</a:t>
            </a:r>
          </a:p>
          <a:p>
            <a:pPr lvl="0">
              <a:lnSpc>
                <a:spcPct val="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Multiple library branches data</a:t>
            </a:r>
          </a:p>
          <a:p>
            <a:pPr lvl="0">
              <a:lnSpc>
                <a:spcPct val="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Book catalog with availability status</a:t>
            </a:r>
          </a:p>
          <a:p>
            <a:pPr lvl="0">
              <a:lnSpc>
                <a:spcPct val="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Member profiles and membership data</a:t>
            </a:r>
          </a:p>
          <a:p>
            <a:pPr lvl="0">
              <a:lnSpc>
                <a:spcPct val="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Check-out and check-in records</a:t>
            </a:r>
          </a:p>
          <a:p>
            <a:pPr lvl="0">
              <a:lnSpc>
                <a:spcPct val="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Hold requests and transfer records</a:t>
            </a:r>
          </a:p>
          <a:p>
            <a:pPr>
              <a:lnSpc>
                <a:spcPct val="70000"/>
              </a:lnSpc>
            </a:pPr>
            <a:r>
              <a:rPr lang="en-US" sz="1800" dirty="0"/>
              <a:t>This section provides the complete ER Diagram (entities, relationships, cardinalities, PKs/FKs) normalized to 3NF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/>
              <a:t>     minimum.</a:t>
            </a:r>
          </a:p>
          <a:p>
            <a:pPr>
              <a:lnSpc>
                <a:spcPct val="70000"/>
              </a:lnSpc>
            </a:pPr>
            <a:r>
              <a:rPr lang="en-US" sz="1800" dirty="0"/>
              <a:t>It covers schema design, ERD description, normalization, DDLs and DMLs-data population methodology &amp; reset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/>
              <a:t>     scripts.</a:t>
            </a:r>
          </a:p>
          <a:p>
            <a:pPr>
              <a:lnSpc>
                <a:spcPct val="70000"/>
              </a:lnSpc>
            </a:pPr>
            <a:r>
              <a:rPr lang="en-US" sz="1800" dirty="0"/>
              <a:t>Further sections will have analytical workloads, indexing strategy, and performance recommendations.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chemeClr val="tx2"/>
                </a:solidFill>
              </a:rPr>
              <a:t>Summary:</a:t>
            </a:r>
          </a:p>
          <a:p>
            <a:r>
              <a:rPr lang="en-US" sz="1900" b="1" dirty="0"/>
              <a:t>System overview</a:t>
            </a:r>
            <a:r>
              <a:rPr lang="en-US" sz="2000" dirty="0"/>
              <a:t>: </a:t>
            </a:r>
            <a:r>
              <a:rPr lang="en-US" sz="1700" dirty="0"/>
              <a:t>The system manages library members, books, authors, multiple branches, hold &amp; check-out requests, behavioral event logs, feature tables, historical snapshots, and ML recommendation outputs.</a:t>
            </a:r>
          </a:p>
          <a:p>
            <a:pPr>
              <a:lnSpc>
                <a:spcPct val="60000"/>
              </a:lnSpc>
            </a:pPr>
            <a:r>
              <a:rPr lang="en-US" sz="1700" b="1" dirty="0"/>
              <a:t>ERD Overview: </a:t>
            </a:r>
            <a:r>
              <a:rPr lang="en-US" sz="1700" dirty="0"/>
              <a:t>The schema is normalized to 3NF. Core tables include Member, Book, Author, Staff, </a:t>
            </a:r>
            <a:r>
              <a:rPr lang="en-US" sz="1700" dirty="0" err="1"/>
              <a:t>Book_author</a:t>
            </a:r>
            <a:r>
              <a:rPr lang="en-US" sz="1700" dirty="0"/>
              <a:t>,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700" dirty="0"/>
              <a:t>      and Borrow. Analytical tables include </a:t>
            </a:r>
            <a:r>
              <a:rPr lang="en-US" sz="1700" dirty="0" err="1"/>
              <a:t>Event_log</a:t>
            </a:r>
            <a:r>
              <a:rPr lang="en-US" sz="1700" dirty="0"/>
              <a:t>, </a:t>
            </a:r>
            <a:r>
              <a:rPr lang="en-US" sz="1700" dirty="0" err="1"/>
              <a:t>Feature_member</a:t>
            </a:r>
            <a:r>
              <a:rPr lang="en-US" sz="1700" dirty="0"/>
              <a:t>, </a:t>
            </a:r>
            <a:r>
              <a:rPr lang="en-US" sz="1700" dirty="0" err="1"/>
              <a:t>Feature_book</a:t>
            </a:r>
            <a:r>
              <a:rPr lang="en-US" sz="1700" dirty="0"/>
              <a:t>, </a:t>
            </a:r>
            <a:r>
              <a:rPr lang="en-US" sz="1700" dirty="0" err="1"/>
              <a:t>Daily_Snapshot</a:t>
            </a:r>
            <a:r>
              <a:rPr lang="en-US" sz="1700" dirty="0"/>
              <a:t>, </a:t>
            </a:r>
            <a:r>
              <a:rPr lang="en-US" sz="1700" dirty="0" err="1"/>
              <a:t>Summary_Stats</a:t>
            </a:r>
            <a:r>
              <a:rPr lang="en-US" sz="1700" dirty="0"/>
              <a:t> &amp;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700" dirty="0"/>
              <a:t>      others.</a:t>
            </a:r>
          </a:p>
          <a:p>
            <a:pPr>
              <a:lnSpc>
                <a:spcPct val="60000"/>
              </a:lnSpc>
            </a:pPr>
            <a:r>
              <a:rPr lang="en-US" sz="1700" b="1" dirty="0"/>
              <a:t>Normalization (3NF)</a:t>
            </a:r>
            <a:r>
              <a:rPr lang="en-US" sz="1900" b="1" dirty="0"/>
              <a:t>: </a:t>
            </a:r>
            <a:r>
              <a:rPr lang="en-US" sz="1700" dirty="0"/>
              <a:t>No repeating groups • Full functional dependencies • No transitive dependencies. All these will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700" dirty="0"/>
              <a:t>     reduce redundancy and supports analytical workloads.</a:t>
            </a:r>
          </a:p>
          <a:p>
            <a:r>
              <a:rPr lang="en-US" sz="1700" b="1" dirty="0"/>
              <a:t>Oracle Schema Summary: </a:t>
            </a:r>
            <a:r>
              <a:rPr lang="en-US" sz="1700" dirty="0"/>
              <a:t>All tables use Oracle NUMBER identity columns, foreign keys, check constraints, indexing, and Analytic ready structures.</a:t>
            </a:r>
          </a:p>
          <a:p>
            <a:pPr marL="0" indent="0">
              <a:buNone/>
            </a:pPr>
            <a:r>
              <a:rPr lang="en-US" sz="1700" dirty="0"/>
              <a:t>We can different IDEs like SQL Developer/TOAD to develop the scripts and build the database. Here, I will be using </a:t>
            </a:r>
            <a:r>
              <a:rPr lang="en-US" sz="1700" dirty="0" err="1"/>
              <a:t>Dbeaver</a:t>
            </a:r>
            <a:r>
              <a:rPr lang="en-US" sz="1700" dirty="0"/>
              <a:t> IDE to connect to the oracle database and </a:t>
            </a:r>
            <a:r>
              <a:rPr lang="en-US" sz="1700" dirty="0" err="1"/>
              <a:t>lucidchart</a:t>
            </a:r>
            <a:r>
              <a:rPr lang="en-US" sz="1700" dirty="0"/>
              <a:t> and draw.io tool to draw the ERD.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2737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257F4-B8A6-77AA-E531-D8535BB1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7E7C21-6112-B39D-66AA-1445054FE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28828A-917A-2B03-FBEB-7DFFF6FE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EC930A-F058-9B09-400B-8C7B9DD43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A2D427-A39E-ECC4-9B0A-4CE026FB9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C9E48D0-A854-362B-26FE-68EFE9FB0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77431B-78EB-D616-0B53-9E7F9E5B6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2B2E5C-3376-E907-FED6-A52A19F02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344DA2E-632A-8478-6AB7-C12FA467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44" y="67290"/>
            <a:ext cx="11372056" cy="2989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ERD –Entity Relationship Diagram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7A16F3-08B4-FAC4-E232-4482729A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DAC7CA6-F085-128E-415C-2353D721C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11F6742-2D06-A869-E71F-D682F465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EC303A0-6EB3-AE9E-800E-C5AC54741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665AAAA-7861-3328-9E28-04495C8A1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Content Placeholder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E41B79-638B-B676-F5B6-E707DA13E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7" y="433557"/>
            <a:ext cx="8865326" cy="5758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21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2A620-C27E-746D-CBD9-EE12E350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85829A-496B-3BAE-5BE3-7D181C38A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3A9937-CFFF-6298-0691-098E5FE8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4E4B4C-38E3-F2B9-C273-E877007B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1AF829A-0713-3795-0BC3-C00F6BBF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634CE20-58D6-BB21-0A23-22AA93366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4E5E61A-FFA5-2441-8980-93BB95CE6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EAED90-0F32-2AF2-60CF-EF6D36F49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0FC78A5-F05E-5C77-155D-DF846EAE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5" y="93790"/>
            <a:ext cx="11475218" cy="4766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ERD –Entity Relationship Diagram-continued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A7DCCA7F-1EAA-7969-22F9-78E2C487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610953"/>
            <a:ext cx="11475218" cy="6015339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1EB99B-4892-B129-B566-C0F704924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C2D63F-12D0-C243-EEF2-236EB2994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EC53466-666F-E847-66C1-9EB00F213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B393B2-4457-7019-02A6-2FD3E37BA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0BBACC-7818-5592-6583-65D54F902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diagram of a library&#10;&#10;AI-generated content may be incorrect.">
            <a:extLst>
              <a:ext uri="{FF2B5EF4-FFF2-40B4-BE49-F238E27FC236}">
                <a16:creationId xmlns:a16="http://schemas.microsoft.com/office/drawing/2014/main" id="{667CFA6C-0279-373C-B23E-C1183B2FC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701716"/>
            <a:ext cx="8090263" cy="5454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FAB7B-B61C-1038-07FF-128240ED0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99" y="6262144"/>
            <a:ext cx="11610944" cy="47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9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67520-0FA5-BCAA-FD09-EE1780B8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A9E6BE-D3A9-3920-FFEB-AC04ECAAB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36C0-A129-309E-5D05-827B2593A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04FE8C-02FF-09CC-A9D2-854FF6F4E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F559A1-5C1A-DD10-898A-2E513649D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91A93B-0A36-669B-EC29-5653AE214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4EEC39-0915-DBA7-37ED-33008419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D0B7225-6930-7908-DC39-C1A7C94651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A19A357-DC37-1009-EB36-5943CB19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4851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ERD notations explanation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68334F73-848D-7BF8-A652-223D1A41D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615821"/>
            <a:ext cx="11475218" cy="6010472"/>
          </a:xfrm>
        </p:spPr>
        <p:txBody>
          <a:bodyPr anchor="t">
            <a:normAutofit fontScale="25000" lnSpcReduction="20000"/>
          </a:bodyPr>
          <a:lstStyle/>
          <a:p>
            <a:r>
              <a:rPr lang="en-US" sz="6400" b="1" dirty="0"/>
              <a:t>Library Branch (1) → (N) Book</a:t>
            </a:r>
            <a:endParaRPr lang="en-US" sz="6400" dirty="0"/>
          </a:p>
          <a:p>
            <a:pPr marL="0" lvl="0" indent="0">
              <a:buNone/>
            </a:pPr>
            <a:r>
              <a:rPr lang="en-US" sz="6400" dirty="0"/>
              <a:t>A branch can store </a:t>
            </a:r>
            <a:r>
              <a:rPr lang="en-US" sz="6400" b="1" dirty="0"/>
              <a:t>many books</a:t>
            </a:r>
            <a:r>
              <a:rPr lang="en-US" sz="6400" dirty="0"/>
              <a:t>. A book belongs to </a:t>
            </a:r>
            <a:r>
              <a:rPr lang="en-US" sz="6400" b="1" dirty="0"/>
              <a:t>exactly one branch</a:t>
            </a:r>
            <a:r>
              <a:rPr lang="en-US" sz="6400" dirty="0"/>
              <a:t>. So, this is 1 : N.</a:t>
            </a:r>
          </a:p>
          <a:p>
            <a:r>
              <a:rPr lang="en-US" sz="6400" b="1" dirty="0"/>
              <a:t>Branch ↔ Branch Transfer (</a:t>
            </a:r>
            <a:r>
              <a:rPr lang="en-US" sz="6400" b="1" dirty="0" err="1"/>
              <a:t>transfer_to</a:t>
            </a:r>
            <a:r>
              <a:rPr lang="en-US" sz="6400" b="1" dirty="0"/>
              <a:t>)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Library Branch (1) → (N) Branch Transfer</a:t>
            </a:r>
            <a:r>
              <a:rPr lang="en-US" sz="6400" dirty="0"/>
              <a:t> (both incoming and outgoing)</a:t>
            </a:r>
          </a:p>
          <a:p>
            <a:pPr lvl="0"/>
            <a:r>
              <a:rPr lang="en-US" sz="6400" dirty="0"/>
              <a:t>One branch can initiate many transfers. One branch can also receive many transfers.</a:t>
            </a:r>
          </a:p>
          <a:p>
            <a:r>
              <a:rPr lang="en-US" sz="6400" dirty="0"/>
              <a:t>Two separate 1:N relationships exist:</a:t>
            </a:r>
          </a:p>
          <a:p>
            <a:pPr lvl="0"/>
            <a:r>
              <a:rPr lang="en-US" sz="6400" dirty="0"/>
              <a:t>Branch → </a:t>
            </a:r>
            <a:r>
              <a:rPr lang="en-US" sz="6400" i="1" dirty="0"/>
              <a:t>from </a:t>
            </a:r>
            <a:r>
              <a:rPr lang="en-US" sz="6400" i="1" dirty="0" err="1"/>
              <a:t>BranchID</a:t>
            </a:r>
            <a:r>
              <a:rPr lang="en-US" sz="6400" i="1" dirty="0"/>
              <a:t> and </a:t>
            </a:r>
            <a:r>
              <a:rPr lang="en-US" sz="6400" dirty="0"/>
              <a:t>Branch → </a:t>
            </a:r>
            <a:r>
              <a:rPr lang="en-US" sz="6400" i="1" dirty="0"/>
              <a:t>to </a:t>
            </a:r>
            <a:r>
              <a:rPr lang="en-US" sz="6400" i="1" dirty="0" err="1"/>
              <a:t>BranchID</a:t>
            </a:r>
            <a:endParaRPr lang="en-US" sz="6400" dirty="0"/>
          </a:p>
          <a:p>
            <a:r>
              <a:rPr lang="en-US" sz="6400" b="1" dirty="0"/>
              <a:t>Member ↔ Hold Request (</a:t>
            </a:r>
            <a:r>
              <a:rPr lang="en-US" sz="6400" b="1" dirty="0" err="1"/>
              <a:t>places_on_hold</a:t>
            </a:r>
            <a:r>
              <a:rPr lang="en-US" sz="6400" b="1" dirty="0"/>
              <a:t>)</a:t>
            </a:r>
            <a:endParaRPr lang="en-US" sz="6400" dirty="0"/>
          </a:p>
          <a:p>
            <a:r>
              <a:rPr lang="en-US" sz="6400" b="1" dirty="0"/>
              <a:t>Member (1) → (N) Hold Request</a:t>
            </a:r>
            <a:br>
              <a:rPr lang="en-US" sz="6400" dirty="0"/>
            </a:br>
            <a:r>
              <a:rPr lang="en-US" sz="6400" b="1" dirty="0"/>
              <a:t>Book (1) → (N) Hold Request</a:t>
            </a:r>
            <a:endParaRPr lang="en-US" sz="6400" dirty="0"/>
          </a:p>
          <a:p>
            <a:pPr marL="0" indent="0">
              <a:buNone/>
            </a:pPr>
            <a:r>
              <a:rPr lang="en-US" sz="6400" dirty="0"/>
              <a:t>But the notation shows </a:t>
            </a:r>
            <a:r>
              <a:rPr lang="en-US" sz="6400" b="1" dirty="0"/>
              <a:t>1 : 1 on the Book side</a:t>
            </a:r>
            <a:r>
              <a:rPr lang="en-US" sz="6400" dirty="0"/>
              <a:t>, meaning: A </a:t>
            </a:r>
            <a:r>
              <a:rPr lang="en-US" sz="6400" b="1" dirty="0"/>
              <a:t>book can only have one active hold</a:t>
            </a:r>
            <a:r>
              <a:rPr lang="en-US" sz="6400" dirty="0"/>
              <a:t> at a time in this model.</a:t>
            </a:r>
            <a:br>
              <a:rPr lang="en-US" sz="6400" dirty="0"/>
            </a:br>
            <a:r>
              <a:rPr lang="en-US" sz="6400" dirty="0"/>
              <a:t>A </a:t>
            </a:r>
            <a:r>
              <a:rPr lang="en-US" sz="6400" b="1" dirty="0"/>
              <a:t>member can place many holds</a:t>
            </a:r>
            <a:r>
              <a:rPr lang="en-US" sz="6400" dirty="0"/>
              <a:t>, and each hold involves exactly </a:t>
            </a:r>
            <a:r>
              <a:rPr lang="en-US" sz="6400" b="1" dirty="0"/>
              <a:t>one book</a:t>
            </a:r>
            <a:r>
              <a:rPr lang="en-US" sz="6400" dirty="0"/>
              <a:t>.</a:t>
            </a:r>
          </a:p>
          <a:p>
            <a:r>
              <a:rPr lang="en-US" sz="6400" b="1" dirty="0"/>
              <a:t>D. Book ↔ Member (holds)</a:t>
            </a:r>
            <a:endParaRPr lang="en-US" sz="6400" dirty="0"/>
          </a:p>
          <a:p>
            <a:pPr marL="0" indent="0">
              <a:buNone/>
            </a:pPr>
            <a:r>
              <a:rPr lang="en-US" sz="6400" dirty="0"/>
              <a:t>This is an </a:t>
            </a:r>
            <a:r>
              <a:rPr lang="en-US" sz="6400" b="1" dirty="0"/>
              <a:t>implied relationship</a:t>
            </a:r>
            <a:r>
              <a:rPr lang="en-US" sz="6400" dirty="0"/>
              <a:t> showing that a hold connects a member to a specific book.</a:t>
            </a:r>
          </a:p>
          <a:p>
            <a:r>
              <a:rPr lang="en-US" sz="6400" b="1" dirty="0"/>
              <a:t>E. Member ↔ Check-out Record (</a:t>
            </a:r>
            <a:r>
              <a:rPr lang="en-US" sz="6400" b="1" dirty="0" err="1"/>
              <a:t>checks_out</a:t>
            </a:r>
            <a:r>
              <a:rPr lang="en-US" sz="6400" b="1" dirty="0"/>
              <a:t>)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  Member (1) → (N) Check-out Record</a:t>
            </a:r>
            <a:endParaRPr lang="en-US" sz="6400" dirty="0"/>
          </a:p>
          <a:p>
            <a:r>
              <a:rPr lang="en-US" sz="6400" dirty="0"/>
              <a:t>A member can check out many books.</a:t>
            </a:r>
            <a:br>
              <a:rPr lang="en-US" sz="6400" dirty="0"/>
            </a:br>
            <a:r>
              <a:rPr lang="en-US" sz="6400" dirty="0"/>
              <a:t>Each checkout record belongs to exactly one member.</a:t>
            </a:r>
          </a:p>
          <a:p>
            <a:r>
              <a:rPr lang="en-US" sz="6400" b="1" dirty="0"/>
              <a:t>F. Book ↔ Check-out Record </a:t>
            </a:r>
          </a:p>
          <a:p>
            <a:pPr marL="0" indent="0">
              <a:buNone/>
            </a:pPr>
            <a:r>
              <a:rPr lang="en-US" sz="6400" b="1" dirty="0"/>
              <a:t>Book (1) → (N) Check-out Record</a:t>
            </a:r>
            <a:endParaRPr lang="en-US" sz="6400" dirty="0"/>
          </a:p>
          <a:p>
            <a:pPr marL="0" indent="0">
              <a:buNone/>
            </a:pPr>
            <a:r>
              <a:rPr lang="en-US" sz="6400" dirty="0"/>
              <a:t>A book can be checked out many times over its lifetime.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lvl="0" indent="0">
              <a:buNone/>
            </a:pPr>
            <a:endParaRPr lang="en-US" sz="1600" dirty="0"/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D73E6C-4B42-08CC-C129-DA9A6532E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0FE51D9-94A2-FEB6-AAA0-8C468BA9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AAFFA0-8562-E8BB-80F8-568FC077A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9F440D-7201-1B81-7376-45CA09575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991F64-D071-8A02-236F-83EAA12FDD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760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91FD8-A0D6-6723-BF77-8DD820B5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F2401E-BD82-6F89-94C3-0FD33C597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8146C5-AC8A-FC12-20E8-719591473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A2BA2E-990B-7C13-9640-12A8F7AB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9A9158F-84CA-F823-118C-243A12E1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035262-72C2-1991-4406-95C5F1893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F7170CF-D235-DFD3-A07C-E61919F49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EFAA8B0-0FAF-59D0-B7A6-724A468F0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5402AC5-9EF3-1E84-FC28-B5E1BC40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4851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ERD System design overview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7D7ED383-6BE2-3F99-4156-E88E85B99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615821"/>
            <a:ext cx="11475218" cy="6010472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br>
              <a:rPr lang="en-US" dirty="0"/>
            </a:br>
            <a:r>
              <a:rPr lang="en-US" dirty="0"/>
              <a:t>A library system has several </a:t>
            </a:r>
            <a:r>
              <a:rPr lang="en-US" b="1" dirty="0"/>
              <a:t>branches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Books</a:t>
            </a:r>
            <a:r>
              <a:rPr lang="en-US" dirty="0"/>
              <a:t> are stored at exactly one branch.</a:t>
            </a:r>
          </a:p>
          <a:p>
            <a:pPr lvl="0"/>
            <a:r>
              <a:rPr lang="en-US" dirty="0"/>
              <a:t>Books can be </a:t>
            </a:r>
            <a:r>
              <a:rPr lang="en-US" b="1" dirty="0"/>
              <a:t>transferred</a:t>
            </a:r>
            <a:r>
              <a:rPr lang="en-US" dirty="0"/>
              <a:t> between branches.</a:t>
            </a:r>
          </a:p>
          <a:p>
            <a:pPr lvl="0"/>
            <a:r>
              <a:rPr lang="en-US" b="1" dirty="0"/>
              <a:t>Members</a:t>
            </a:r>
            <a:r>
              <a:rPr lang="en-US" dirty="0"/>
              <a:t> can:</a:t>
            </a:r>
          </a:p>
          <a:p>
            <a:pPr lvl="1"/>
            <a:r>
              <a:rPr lang="en-US" dirty="0"/>
              <a:t>Place </a:t>
            </a:r>
            <a:r>
              <a:rPr lang="en-US" b="1" dirty="0"/>
              <a:t>hold requests</a:t>
            </a:r>
            <a:r>
              <a:rPr lang="en-US" dirty="0"/>
              <a:t> on books.</a:t>
            </a:r>
          </a:p>
          <a:p>
            <a:pPr lvl="1"/>
            <a:r>
              <a:rPr lang="en-US" b="1" dirty="0"/>
              <a:t>Check out</a:t>
            </a:r>
            <a:r>
              <a:rPr lang="en-US" dirty="0"/>
              <a:t> books.</a:t>
            </a:r>
          </a:p>
          <a:p>
            <a:pPr lvl="0"/>
            <a:r>
              <a:rPr lang="en-US" dirty="0"/>
              <a:t>Check-outs and holds are logged for each book and member.</a:t>
            </a:r>
          </a:p>
          <a:p>
            <a:pPr lvl="0"/>
            <a:r>
              <a:rPr lang="en-US" dirty="0"/>
              <a:t>Each book can only have </a:t>
            </a:r>
            <a:r>
              <a:rPr lang="en-US" b="1" dirty="0"/>
              <a:t>one active hold</a:t>
            </a:r>
            <a:r>
              <a:rPr lang="en-US" dirty="0"/>
              <a:t> at a time (based on the 1:1 relationship in the ERD).</a:t>
            </a:r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sz="1600" dirty="0"/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C5AD48-1B98-F7D6-0B78-9F8825C8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4F7310-B22A-B7C8-6B1E-EBF88C9E4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ED96B0-3644-6437-E6F2-13B17685B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E311B5-3386-FB35-58BD-DD9EB5F00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A66C1CC-B9F1-0925-D2F5-DDBCB909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129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53F73-7E85-C083-3397-DCBFB6E4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AECA1E5-982C-3189-3DC8-5969A0935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A8438C-F1B1-6B0A-A86A-866B8702A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9BB4FE-B551-B5F5-56B5-254707D0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D13386E-BBF7-14A3-41F0-F5FEC2C8D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347039-3404-C92D-8ECA-55F9B4123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7550EA8-219F-4A74-F573-88479910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A45BFF-855E-8A9D-02A0-C4978AD9A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4A8EF73-781A-8ECC-6862-F1F30D68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General user-borrowing diagram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05E708-AE94-5296-7C2E-1CEAB5B84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B1791A-A4C9-3011-C3DC-099F3C99B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4F0075-5DDC-4D8E-5F13-7654126AD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FF607EF-AEF1-25D3-8C25-44506217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E13FC31-C057-895F-CA83-3408F156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Content Placeholder 1" descr="A diagram of a data flow&#10;&#10;AI-generated content may be incorrect.">
            <a:extLst>
              <a:ext uri="{FF2B5EF4-FFF2-40B4-BE49-F238E27FC236}">
                <a16:creationId xmlns:a16="http://schemas.microsoft.com/office/drawing/2014/main" id="{F06513B2-B39E-3065-6F30-52F314459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004" y="1235908"/>
            <a:ext cx="5693325" cy="497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8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D21C6-DA89-3FBC-E665-E9C32DED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E6340A7-5F7A-EB77-DF79-FFD234AB7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DE8937-DF43-B6F4-934D-D537C1E9D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0F53E6-D055-C005-0C00-BAE15EC42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A6E982-B657-F628-258F-A1540E65A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E46645-9EF4-81A3-4ED4-30EBFF641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41E581-8B99-F073-1691-21C35E4FE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98B2F2F-AA7A-C2DB-698B-35CA3282F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6894FE8-6F44-5B30-CE0B-B34DC2309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ENTITIES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FE511C37-B0DF-ABD2-D7E4-CA7A419CD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276141"/>
            <a:ext cx="11475218" cy="5350151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LIB_BRANCH</a:t>
            </a:r>
          </a:p>
          <a:p>
            <a:r>
              <a:rPr lang="en-US" sz="2000" dirty="0">
                <a:solidFill>
                  <a:schemeClr val="tx2"/>
                </a:solidFill>
              </a:rPr>
              <a:t>MEMBER</a:t>
            </a:r>
          </a:p>
          <a:p>
            <a:r>
              <a:rPr lang="en-US" sz="2000" dirty="0">
                <a:solidFill>
                  <a:schemeClr val="tx2"/>
                </a:solidFill>
              </a:rPr>
              <a:t>BOOK</a:t>
            </a:r>
          </a:p>
          <a:p>
            <a:r>
              <a:rPr lang="en-US" sz="2000" dirty="0">
                <a:solidFill>
                  <a:schemeClr val="tx2"/>
                </a:solidFill>
              </a:rPr>
              <a:t>AUTHOR</a:t>
            </a:r>
          </a:p>
          <a:p>
            <a:r>
              <a:rPr lang="en-US" sz="2000" dirty="0">
                <a:solidFill>
                  <a:schemeClr val="tx2"/>
                </a:solidFill>
              </a:rPr>
              <a:t>BOOK_AUTHOR</a:t>
            </a:r>
          </a:p>
          <a:p>
            <a:r>
              <a:rPr lang="en-US" sz="2000" dirty="0">
                <a:solidFill>
                  <a:schemeClr val="tx2"/>
                </a:solidFill>
              </a:rPr>
              <a:t>BORROW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STAFF</a:t>
            </a:r>
          </a:p>
          <a:p>
            <a:r>
              <a:rPr lang="en-US" sz="2000" dirty="0">
                <a:solidFill>
                  <a:schemeClr val="tx2"/>
                </a:solidFill>
              </a:rPr>
              <a:t>BRANCH_TRANSFER</a:t>
            </a:r>
          </a:p>
          <a:p>
            <a:r>
              <a:rPr lang="en-US" sz="2000" dirty="0">
                <a:solidFill>
                  <a:schemeClr val="tx2"/>
                </a:solidFill>
              </a:rPr>
              <a:t>CHECK_OUT</a:t>
            </a:r>
          </a:p>
          <a:p>
            <a:r>
              <a:rPr lang="en-US" sz="2000" dirty="0">
                <a:solidFill>
                  <a:schemeClr val="tx2"/>
                </a:solidFill>
              </a:rPr>
              <a:t>HOLD_REQ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01C82E-B7C3-E901-8B6B-C5CD1872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095F255-7909-C323-CE13-43B8684C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55D04A-244A-C0D1-D457-047D6662C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6916680-DF11-C4FA-224F-B78679CA3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A9CC77-5B63-2CE2-F88C-5C8AD0F4A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492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529BF-71F6-9C7C-D909-D3CEFE33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AA273C-C4F5-28FB-B3A3-18FC23146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11CCC-3309-35C0-BA7B-6EA19EED2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47C13E-F37B-5450-7978-60EDDC9C2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E3A747-5897-4346-BAEA-6D612B529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7A6B0F-7169-F526-1F61-21C69054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EA4914C-465C-F7CC-23F3-5B1A20FB6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C8C63E3-FD17-8DE5-4A62-78554BB27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F5DB047-F147-1488-3A68-3B320DF9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4441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Summary of ERD connections- Entities, constraints, relationships.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DB0B6A05-BE18-C359-BAA9-F3406601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705395"/>
            <a:ext cx="11475218" cy="5920897"/>
          </a:xfrm>
        </p:spPr>
        <p:txBody>
          <a:bodyPr anchor="t">
            <a:normAutofit/>
          </a:bodyPr>
          <a:lstStyle/>
          <a:p>
            <a:pPr lvl="0"/>
            <a:r>
              <a:rPr lang="en-US" sz="1900" b="1" dirty="0"/>
              <a:t>Entities with PKs and FKs -</a:t>
            </a:r>
            <a:endParaRPr lang="en-US" sz="1900" dirty="0"/>
          </a:p>
          <a:p>
            <a:pPr lvl="1"/>
            <a:r>
              <a:rPr lang="en-US" sz="1900" b="1" dirty="0"/>
              <a:t>Library</a:t>
            </a:r>
            <a:r>
              <a:rPr lang="en-US" sz="1900" dirty="0"/>
              <a:t> (</a:t>
            </a:r>
            <a:r>
              <a:rPr lang="en-US" sz="1900" dirty="0" err="1"/>
              <a:t>Library_ID</a:t>
            </a:r>
            <a:r>
              <a:rPr lang="en-US" sz="1900" dirty="0"/>
              <a:t>/BRANCH_ID)</a:t>
            </a:r>
          </a:p>
          <a:p>
            <a:pPr lvl="1"/>
            <a:r>
              <a:rPr lang="en-US" sz="1900" b="1" dirty="0"/>
              <a:t>Book</a:t>
            </a:r>
            <a:r>
              <a:rPr lang="en-US" sz="1900" dirty="0"/>
              <a:t> (</a:t>
            </a:r>
            <a:r>
              <a:rPr lang="en-US" sz="1900" dirty="0" err="1"/>
              <a:t>Book_ID</a:t>
            </a:r>
            <a:r>
              <a:rPr lang="en-US" sz="1900" dirty="0"/>
              <a:t>, with FKs to </a:t>
            </a:r>
            <a:r>
              <a:rPr lang="en-US" sz="1900" dirty="0" err="1"/>
              <a:t>Library_ID</a:t>
            </a:r>
            <a:r>
              <a:rPr lang="en-US" sz="1900" dirty="0"/>
              <a:t>, </a:t>
            </a:r>
            <a:r>
              <a:rPr lang="en-US" sz="1900" dirty="0" err="1"/>
              <a:t>Author_ID</a:t>
            </a:r>
            <a:r>
              <a:rPr lang="en-US" sz="1900" dirty="0"/>
              <a:t>, </a:t>
            </a:r>
            <a:r>
              <a:rPr lang="en-US" sz="1900" dirty="0" err="1"/>
              <a:t>Publisher_ID</a:t>
            </a:r>
            <a:r>
              <a:rPr lang="en-US" sz="1900" dirty="0"/>
              <a:t>)</a:t>
            </a:r>
          </a:p>
          <a:p>
            <a:pPr lvl="1"/>
            <a:r>
              <a:rPr lang="en-US" sz="1900" b="1" dirty="0"/>
              <a:t>Author</a:t>
            </a:r>
            <a:r>
              <a:rPr lang="en-US" sz="1900" dirty="0"/>
              <a:t> (</a:t>
            </a:r>
            <a:r>
              <a:rPr lang="en-US" sz="1900" dirty="0" err="1"/>
              <a:t>Author_ID</a:t>
            </a:r>
            <a:r>
              <a:rPr lang="en-US" sz="1900" dirty="0"/>
              <a:t>)</a:t>
            </a:r>
          </a:p>
          <a:p>
            <a:pPr lvl="1"/>
            <a:r>
              <a:rPr lang="en-US" sz="1900" b="1" dirty="0"/>
              <a:t>Publisher</a:t>
            </a:r>
            <a:r>
              <a:rPr lang="en-US" sz="1900" dirty="0"/>
              <a:t> (</a:t>
            </a:r>
            <a:r>
              <a:rPr lang="en-US" sz="1900" dirty="0" err="1"/>
              <a:t>Publisher_ID</a:t>
            </a:r>
            <a:r>
              <a:rPr lang="en-US" sz="1900" dirty="0"/>
              <a:t>)</a:t>
            </a:r>
          </a:p>
          <a:p>
            <a:pPr lvl="1"/>
            <a:r>
              <a:rPr lang="en-US" sz="1900" b="1" dirty="0"/>
              <a:t>Member</a:t>
            </a:r>
            <a:r>
              <a:rPr lang="en-US" sz="1900" dirty="0"/>
              <a:t> (</a:t>
            </a:r>
            <a:r>
              <a:rPr lang="en-US" sz="1900" dirty="0" err="1"/>
              <a:t>Member_ID</a:t>
            </a:r>
            <a:r>
              <a:rPr lang="en-US" sz="1900" dirty="0"/>
              <a:t>, FK to </a:t>
            </a:r>
            <a:r>
              <a:rPr lang="en-US" sz="1900" dirty="0" err="1"/>
              <a:t>Library_ID</a:t>
            </a:r>
            <a:r>
              <a:rPr lang="en-US" sz="1900" dirty="0"/>
              <a:t>)</a:t>
            </a:r>
          </a:p>
          <a:p>
            <a:pPr lvl="1"/>
            <a:r>
              <a:rPr lang="en-US" sz="1900" b="1" dirty="0"/>
              <a:t>Borrow</a:t>
            </a:r>
            <a:r>
              <a:rPr lang="en-US" sz="1900" dirty="0"/>
              <a:t> (</a:t>
            </a:r>
            <a:r>
              <a:rPr lang="en-US" sz="1900" dirty="0" err="1"/>
              <a:t>Borrow_ID</a:t>
            </a:r>
            <a:r>
              <a:rPr lang="en-US" sz="1900" dirty="0"/>
              <a:t>, with FKs to </a:t>
            </a:r>
            <a:r>
              <a:rPr lang="en-US" sz="1900" dirty="0" err="1"/>
              <a:t>Member_ID</a:t>
            </a:r>
            <a:r>
              <a:rPr lang="en-US" sz="1900" dirty="0"/>
              <a:t>, </a:t>
            </a:r>
            <a:r>
              <a:rPr lang="en-US" sz="1900" dirty="0" err="1"/>
              <a:t>Book_ID</a:t>
            </a:r>
            <a:r>
              <a:rPr lang="en-US" sz="1900" dirty="0"/>
              <a:t>, </a:t>
            </a:r>
            <a:r>
              <a:rPr lang="en-US" sz="1900" dirty="0" err="1"/>
              <a:t>Staff_ID</a:t>
            </a:r>
            <a:r>
              <a:rPr lang="en-US" sz="1900" dirty="0"/>
              <a:t>)</a:t>
            </a:r>
          </a:p>
          <a:p>
            <a:pPr lvl="1"/>
            <a:r>
              <a:rPr lang="en-US" sz="1900" b="1" dirty="0"/>
              <a:t>Staff</a:t>
            </a:r>
            <a:r>
              <a:rPr lang="en-US" sz="1900" dirty="0"/>
              <a:t> (</a:t>
            </a:r>
            <a:r>
              <a:rPr lang="en-US" sz="1900" dirty="0" err="1"/>
              <a:t>Staff_ID</a:t>
            </a:r>
            <a:r>
              <a:rPr lang="en-US" sz="1900" dirty="0"/>
              <a:t>, FK to </a:t>
            </a:r>
            <a:r>
              <a:rPr lang="en-US" sz="1900" dirty="0" err="1"/>
              <a:t>Library_ID</a:t>
            </a:r>
            <a:r>
              <a:rPr lang="en-US" sz="1900" dirty="0"/>
              <a:t>)</a:t>
            </a:r>
          </a:p>
          <a:p>
            <a:pPr lvl="0"/>
            <a:r>
              <a:rPr lang="en-US" sz="1900" b="1" dirty="0"/>
              <a:t>Cardinalities (Crow’s Foot notation)</a:t>
            </a:r>
            <a:r>
              <a:rPr lang="en-US" sz="1900" dirty="0"/>
              <a:t>:</a:t>
            </a:r>
          </a:p>
          <a:p>
            <a:pPr lvl="1"/>
            <a:r>
              <a:rPr lang="en-US" sz="1900" dirty="0"/>
              <a:t>Library → Book: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Library → Member: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Library → Staff: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Author → Book: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Publisher → Book: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Member → Borrow: </a:t>
            </a:r>
            <a:r>
              <a:rPr lang="en-US" sz="1900" b="1" dirty="0"/>
              <a:t>1–M</a:t>
            </a:r>
            <a:endParaRPr lang="en-US" sz="1900" dirty="0"/>
          </a:p>
          <a:p>
            <a:pPr lvl="1"/>
            <a:r>
              <a:rPr lang="en-US" sz="1900" dirty="0"/>
              <a:t>Book → Borrow: </a:t>
            </a:r>
            <a:r>
              <a:rPr lang="en-US" sz="1900" b="1" dirty="0"/>
              <a:t>1–M</a:t>
            </a:r>
            <a:r>
              <a:rPr lang="en-US" sz="1900" dirty="0"/>
              <a:t> (but only one active borrowing at a time)</a:t>
            </a:r>
          </a:p>
          <a:p>
            <a:pPr lvl="1"/>
            <a:r>
              <a:rPr lang="en-US" sz="1900" dirty="0"/>
              <a:t>Staff → Borrow: </a:t>
            </a:r>
            <a:r>
              <a:rPr lang="en-US" sz="1900" b="1" dirty="0"/>
              <a:t>1–M</a:t>
            </a:r>
            <a:endParaRPr lang="en-US" sz="1900" dirty="0"/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CD9D3A-A3B1-6A0A-2454-81823FE10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A547A-74FB-6232-BFF1-F08CB028F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503B449-A406-ADC6-3B10-EB3173F37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6F41FB-92AF-F053-767E-0A3958347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0051A0C-09E7-8CB3-7EDD-AD5BA7A7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7923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6F9B9-85D7-635A-41EB-2C814543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A880E6-E60E-9C24-65FD-232042B29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978F3-B27B-F9C5-FEB2-199C3C49A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434299-8F82-1775-A14A-A45E987C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02C4A1-5F4E-D836-363C-438C4653E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EFD3EC-78CA-65C7-3FB3-9D4358761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1B6036-FE58-8DCD-61A7-ECA23AA31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42B07F-9DDF-C5B4-9CB9-263CF621F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A66A830-B6B5-9551-214B-66F6B012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268892" cy="60959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Relationships (Crow’s Foot Cardinalities)</a:t>
            </a:r>
            <a:endParaRPr lang="en-US" sz="3600" dirty="0">
              <a:solidFill>
                <a:schemeClr val="tx2"/>
              </a:solidFill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B29D482-9003-66D7-1CAC-165EFE472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62282"/>
              </p:ext>
            </p:extLst>
          </p:nvPr>
        </p:nvGraphicFramePr>
        <p:xfrm>
          <a:off x="776197" y="1363428"/>
          <a:ext cx="10515600" cy="3557925"/>
        </p:xfrm>
        <a:graphic>
          <a:graphicData uri="http://schemas.openxmlformats.org/drawingml/2006/table">
            <a:tbl>
              <a:tblPr/>
              <a:tblGrid>
                <a:gridCol w="4074477">
                  <a:extLst>
                    <a:ext uri="{9D8B030D-6E8A-4147-A177-3AD203B41FA5}">
                      <a16:colId xmlns:a16="http://schemas.microsoft.com/office/drawing/2014/main" val="2159857310"/>
                    </a:ext>
                  </a:extLst>
                </a:gridCol>
                <a:gridCol w="6441123">
                  <a:extLst>
                    <a:ext uri="{9D8B030D-6E8A-4147-A177-3AD203B41FA5}">
                      <a16:colId xmlns:a16="http://schemas.microsoft.com/office/drawing/2014/main" val="941264300"/>
                    </a:ext>
                  </a:extLst>
                </a:gridCol>
              </a:tblGrid>
              <a:tr h="36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Cardinality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977705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LibraryMember</a:t>
                      </a:r>
                      <a:r>
                        <a:rPr lang="en-US" dirty="0"/>
                        <a:t> → Borrow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member can have many borrowings; </a:t>
                      </a:r>
                      <a:r>
                        <a:rPr lang="en-US"/>
                        <a:t>each borrowing </a:t>
                      </a:r>
                      <a:r>
                        <a:rPr lang="en-US" dirty="0"/>
                        <a:t>belongs to 1 member (1..1 ↔ 0..*)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8757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Book → </a:t>
                      </a:r>
                      <a:r>
                        <a:rPr lang="en-US" dirty="0" err="1"/>
                        <a:t>BookCopy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book can have many copies; each copy belongs to 1 book (1..1 ↔ 1..*)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801715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 ↔ Author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Many-to-many (resolved via BookAuthor junction 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540659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Borrow → </a:t>
                      </a:r>
                      <a:r>
                        <a:rPr lang="en-US" dirty="0" err="1"/>
                        <a:t>BookCopy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Each loan is for 1 copy; a copy can be lent/borrows many times over time (1..1 ↔ 0..*)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536232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Staff → Borrow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staff processes many borrow; each borrow handled by 1 staff (1..1 ↔ 0..*)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38827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7FDDF43-6C30-E2B5-D8C5-C1F1832DA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937C4AA-6052-247A-F7B5-4832C783F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299D182-AFA2-2233-786B-C5121D9C2B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533E819-ABBF-212A-778F-7BDCC00B0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E308A85-59CA-F0E5-057A-0B103FF3A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5817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3FC18-7785-DA29-8671-66051E5C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6C487-74E8-14FF-18C4-93DDBCCE3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698D1-C10B-B470-C1E5-9437BB64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8ACC30-E481-5D52-71AC-E60341CB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145AC62-C738-170E-2000-554AB51E7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E8A5F5-928A-6EDC-998C-6E98F0AF2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56D7DC-E0EB-E576-2FAA-BA199EDA6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2E4335-542A-EAF4-8108-C96B7AB45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D4FBAA9-3221-463B-03FD-3CFFA41E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30630"/>
            <a:ext cx="11475218" cy="914400"/>
          </a:xfrm>
        </p:spPr>
        <p:txBody>
          <a:bodyPr>
            <a:normAutofit/>
          </a:bodyPr>
          <a:lstStyle/>
          <a:p>
            <a:pPr algn="ctr"/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876A7DA5-0B78-A757-1F03-E447791AB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276141"/>
            <a:ext cx="11475218" cy="5350151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F9B912-F4DD-F0CA-1DD5-AAF199F2D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8C6FB4E-A0B6-5CFE-DF86-41309A1F4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C27B50-9196-89C7-DA6C-B2A8214F4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866BCD8-99E1-0B7E-4791-863C83D6B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D3975E-F3DA-F464-4E96-EF13D9771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319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972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   25FL-CS630-101HY - Database Systems  DATABASE LIBRARY MANAGEMENT SYSTEMS</vt:lpstr>
      <vt:lpstr>Database Library Management System</vt:lpstr>
      <vt:lpstr>ERD –Entity Relationship Diagram</vt:lpstr>
      <vt:lpstr>ERD –Entity Relationship Diagram-continued</vt:lpstr>
      <vt:lpstr>ERD notations explanation</vt:lpstr>
      <vt:lpstr>ERD System design overview</vt:lpstr>
      <vt:lpstr>General user-borrowing diagram</vt:lpstr>
      <vt:lpstr>ENTITIES</vt:lpstr>
      <vt:lpstr>Summary of ERD connections- Entities, constraints, relationships.</vt:lpstr>
      <vt:lpstr>Relationships (Crow’s Foot Cardinalities)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 Santa</dc:creator>
  <cp:lastModifiedBy>Bhar Santa</cp:lastModifiedBy>
  <cp:revision>2</cp:revision>
  <dcterms:created xsi:type="dcterms:W3CDTF">2025-12-03T21:01:39Z</dcterms:created>
  <dcterms:modified xsi:type="dcterms:W3CDTF">2025-12-04T00:47:32Z</dcterms:modified>
</cp:coreProperties>
</file>